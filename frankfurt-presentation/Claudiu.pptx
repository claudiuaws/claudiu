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JetBrains Mono Bold" panose="02010809030102050004" pitchFamily="49" charset="0"/>
      <p:regular r:id="rId14"/>
      <p:bold r:id="rId15"/>
    </p:embeddedFont>
    <p:embeddedFont>
      <p:font typeface="Telegraf" pitchFamily="2" charset="77"/>
      <p:regular r:id="rId16"/>
    </p:embeddedFont>
    <p:embeddedFont>
      <p:font typeface="Telegraf Bold" pitchFamily="2" charset="7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2" autoAdjust="0"/>
    <p:restoredTop sz="94590" autoAdjust="0"/>
  </p:normalViewPr>
  <p:slideViewPr>
    <p:cSldViewPr>
      <p:cViewPr varScale="1">
        <p:scale>
          <a:sx n="104" d="100"/>
          <a:sy n="104" d="100"/>
        </p:scale>
        <p:origin x="264" y="2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841" y="902783"/>
            <a:ext cx="3657600" cy="366134"/>
          </a:xfrm>
          <a:custGeom>
            <a:avLst/>
            <a:gdLst/>
            <a:ahLst/>
            <a:cxnLst/>
            <a:rect l="l" t="t" r="r" b="b"/>
            <a:pathLst>
              <a:path w="3657600" h="366134">
                <a:moveTo>
                  <a:pt x="0" y="0"/>
                </a:moveTo>
                <a:lnTo>
                  <a:pt x="3657600" y="0"/>
                </a:lnTo>
                <a:lnTo>
                  <a:pt x="3657600" y="366134"/>
                </a:lnTo>
                <a:lnTo>
                  <a:pt x="0" y="366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13575949" y="8892166"/>
            <a:ext cx="3657600" cy="366134"/>
          </a:xfrm>
          <a:custGeom>
            <a:avLst/>
            <a:gdLst/>
            <a:ahLst/>
            <a:cxnLst/>
            <a:rect l="l" t="t" r="r" b="b"/>
            <a:pathLst>
              <a:path w="3657600" h="366134">
                <a:moveTo>
                  <a:pt x="0" y="0"/>
                </a:moveTo>
                <a:lnTo>
                  <a:pt x="3657600" y="0"/>
                </a:lnTo>
                <a:lnTo>
                  <a:pt x="3657600" y="366134"/>
                </a:lnTo>
                <a:lnTo>
                  <a:pt x="0" y="366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4" name="TextBox 4"/>
          <p:cNvSpPr txBox="1"/>
          <p:nvPr/>
        </p:nvSpPr>
        <p:spPr>
          <a:xfrm>
            <a:off x="1249857" y="3193274"/>
            <a:ext cx="15788286" cy="195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9"/>
              </a:lnSpc>
            </a:pPr>
            <a:r>
              <a:rPr lang="en-US" sz="16679" b="1" spc="-108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TEAM CLAUDIU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50968" y="6255759"/>
            <a:ext cx="8186063" cy="138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5800" b="1" spc="-37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MIHAI CIORASCU</a:t>
            </a:r>
          </a:p>
          <a:p>
            <a:pPr algn="ctr">
              <a:lnSpc>
                <a:spcPts val="7250"/>
              </a:lnSpc>
            </a:pPr>
            <a:r>
              <a:rPr lang="en-US" sz="5800" b="1" spc="-37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ROBERT BERES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841" y="902783"/>
            <a:ext cx="3657600" cy="366134"/>
          </a:xfrm>
          <a:custGeom>
            <a:avLst/>
            <a:gdLst/>
            <a:ahLst/>
            <a:cxnLst/>
            <a:rect l="l" t="t" r="r" b="b"/>
            <a:pathLst>
              <a:path w="3657600" h="366134">
                <a:moveTo>
                  <a:pt x="0" y="0"/>
                </a:moveTo>
                <a:lnTo>
                  <a:pt x="3657600" y="0"/>
                </a:lnTo>
                <a:lnTo>
                  <a:pt x="3657600" y="366134"/>
                </a:lnTo>
                <a:lnTo>
                  <a:pt x="0" y="366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13575949" y="8892166"/>
            <a:ext cx="3657600" cy="366134"/>
          </a:xfrm>
          <a:custGeom>
            <a:avLst/>
            <a:gdLst/>
            <a:ahLst/>
            <a:cxnLst/>
            <a:rect l="l" t="t" r="r" b="b"/>
            <a:pathLst>
              <a:path w="3657600" h="366134">
                <a:moveTo>
                  <a:pt x="0" y="0"/>
                </a:moveTo>
                <a:lnTo>
                  <a:pt x="3657600" y="0"/>
                </a:lnTo>
                <a:lnTo>
                  <a:pt x="3657600" y="366134"/>
                </a:lnTo>
                <a:lnTo>
                  <a:pt x="0" y="366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4" name="TextBox 4"/>
          <p:cNvSpPr txBox="1"/>
          <p:nvPr/>
        </p:nvSpPr>
        <p:spPr>
          <a:xfrm>
            <a:off x="668896" y="3063248"/>
            <a:ext cx="16950207" cy="377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23"/>
              </a:lnSpc>
            </a:pPr>
            <a:r>
              <a:rPr lang="en-US" sz="7873" b="1" spc="-33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WHEN DID FANTASY FOOTBALL LAST MAKE YOU FEEL SOMETHING?</a:t>
            </a:r>
          </a:p>
          <a:p>
            <a:pPr algn="ctr">
              <a:lnSpc>
                <a:spcPts val="5040"/>
              </a:lnSpc>
            </a:pPr>
            <a:endParaRPr lang="en-US" sz="7873" b="1" spc="-338">
              <a:solidFill>
                <a:srgbClr val="FFFFFF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98665" y="304321"/>
            <a:ext cx="4464142" cy="9678357"/>
          </a:xfrm>
          <a:custGeom>
            <a:avLst/>
            <a:gdLst/>
            <a:ahLst/>
            <a:cxnLst/>
            <a:rect l="l" t="t" r="r" b="b"/>
            <a:pathLst>
              <a:path w="4464142" h="9678357">
                <a:moveTo>
                  <a:pt x="0" y="0"/>
                </a:moveTo>
                <a:lnTo>
                  <a:pt x="4464142" y="0"/>
                </a:lnTo>
                <a:lnTo>
                  <a:pt x="4464142" y="9678358"/>
                </a:lnTo>
                <a:lnTo>
                  <a:pt x="0" y="9678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11838743" y="178170"/>
            <a:ext cx="4657142" cy="9804509"/>
          </a:xfrm>
          <a:custGeom>
            <a:avLst/>
            <a:gdLst/>
            <a:ahLst/>
            <a:cxnLst/>
            <a:rect l="l" t="t" r="r" b="b"/>
            <a:pathLst>
              <a:path w="4657142" h="9804509">
                <a:moveTo>
                  <a:pt x="0" y="0"/>
                </a:moveTo>
                <a:lnTo>
                  <a:pt x="4657142" y="0"/>
                </a:lnTo>
                <a:lnTo>
                  <a:pt x="4657142" y="9804509"/>
                </a:lnTo>
                <a:lnTo>
                  <a:pt x="0" y="98045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4" name="TextBox 4"/>
          <p:cNvSpPr txBox="1"/>
          <p:nvPr/>
        </p:nvSpPr>
        <p:spPr>
          <a:xfrm>
            <a:off x="374765" y="1668990"/>
            <a:ext cx="10671151" cy="1326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6"/>
              </a:lnSpc>
            </a:pPr>
            <a:r>
              <a:rPr lang="en-US" sz="11273" b="1" spc="-73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FANTASY TODAY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84949" y="8153400"/>
            <a:ext cx="11790579" cy="869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2"/>
              </a:lnSpc>
              <a:spcBef>
                <a:spcPct val="0"/>
              </a:spcBef>
            </a:pPr>
            <a:r>
              <a:rPr lang="en-US" sz="5137" b="1" u="none" strike="noStrike" spc="-333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BUY. SELL. OPTIMISE. REPEAT.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97941" y="4905375"/>
            <a:ext cx="7224800" cy="2121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340"/>
              </a:lnSpc>
              <a:spcBef>
                <a:spcPct val="0"/>
              </a:spcBef>
            </a:pPr>
            <a:r>
              <a:rPr lang="en-US" sz="12386" b="1" u="none" strike="noStrike" spc="-805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NUMBERS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44224" y="4329129"/>
            <a:ext cx="6932234" cy="550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sz="4689" b="1" spc="-30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PLAYERS BECOME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03684" y="1028700"/>
            <a:ext cx="3657600" cy="366134"/>
          </a:xfrm>
          <a:custGeom>
            <a:avLst/>
            <a:gdLst/>
            <a:ahLst/>
            <a:cxnLst/>
            <a:rect l="l" t="t" r="r" b="b"/>
            <a:pathLst>
              <a:path w="3657600" h="366134">
                <a:moveTo>
                  <a:pt x="0" y="0"/>
                </a:moveTo>
                <a:lnTo>
                  <a:pt x="3657600" y="0"/>
                </a:lnTo>
                <a:lnTo>
                  <a:pt x="3657600" y="366134"/>
                </a:lnTo>
                <a:lnTo>
                  <a:pt x="0" y="366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 rot="-375373">
            <a:off x="2600535" y="1087207"/>
            <a:ext cx="3610206" cy="8455246"/>
          </a:xfrm>
          <a:custGeom>
            <a:avLst/>
            <a:gdLst/>
            <a:ahLst/>
            <a:cxnLst/>
            <a:rect l="l" t="t" r="r" b="b"/>
            <a:pathLst>
              <a:path w="3610206" h="8455246">
                <a:moveTo>
                  <a:pt x="0" y="0"/>
                </a:moveTo>
                <a:lnTo>
                  <a:pt x="3610205" y="0"/>
                </a:lnTo>
                <a:lnTo>
                  <a:pt x="3610205" y="8455245"/>
                </a:lnTo>
                <a:lnTo>
                  <a:pt x="0" y="8455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4" name="Freeform 4"/>
          <p:cNvSpPr/>
          <p:nvPr/>
        </p:nvSpPr>
        <p:spPr>
          <a:xfrm>
            <a:off x="9680659" y="7264075"/>
            <a:ext cx="1877244" cy="2449910"/>
          </a:xfrm>
          <a:custGeom>
            <a:avLst/>
            <a:gdLst/>
            <a:ahLst/>
            <a:cxnLst/>
            <a:rect l="l" t="t" r="r" b="b"/>
            <a:pathLst>
              <a:path w="1877244" h="2449910">
                <a:moveTo>
                  <a:pt x="0" y="0"/>
                </a:moveTo>
                <a:lnTo>
                  <a:pt x="1877244" y="0"/>
                </a:lnTo>
                <a:lnTo>
                  <a:pt x="1877244" y="2449910"/>
                </a:lnTo>
                <a:lnTo>
                  <a:pt x="0" y="2449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5" name="Freeform 5"/>
          <p:cNvSpPr/>
          <p:nvPr/>
        </p:nvSpPr>
        <p:spPr>
          <a:xfrm>
            <a:off x="10619281" y="3898658"/>
            <a:ext cx="9162404" cy="8735584"/>
          </a:xfrm>
          <a:custGeom>
            <a:avLst/>
            <a:gdLst/>
            <a:ahLst/>
            <a:cxnLst/>
            <a:rect l="l" t="t" r="r" b="b"/>
            <a:pathLst>
              <a:path w="9162404" h="8735584">
                <a:moveTo>
                  <a:pt x="0" y="0"/>
                </a:moveTo>
                <a:lnTo>
                  <a:pt x="9162404" y="0"/>
                </a:lnTo>
                <a:lnTo>
                  <a:pt x="9162404" y="8735584"/>
                </a:lnTo>
                <a:lnTo>
                  <a:pt x="0" y="8735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6" name="Freeform 6"/>
          <p:cNvSpPr/>
          <p:nvPr/>
        </p:nvSpPr>
        <p:spPr>
          <a:xfrm>
            <a:off x="5962710" y="2306055"/>
            <a:ext cx="6362581" cy="5220208"/>
          </a:xfrm>
          <a:custGeom>
            <a:avLst/>
            <a:gdLst/>
            <a:ahLst/>
            <a:cxnLst/>
            <a:rect l="l" t="t" r="r" b="b"/>
            <a:pathLst>
              <a:path w="6362581" h="5220208">
                <a:moveTo>
                  <a:pt x="0" y="0"/>
                </a:moveTo>
                <a:lnTo>
                  <a:pt x="6362580" y="0"/>
                </a:lnTo>
                <a:lnTo>
                  <a:pt x="6362580" y="5220209"/>
                </a:lnTo>
                <a:lnTo>
                  <a:pt x="0" y="52202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7" name="Freeform 7"/>
          <p:cNvSpPr/>
          <p:nvPr/>
        </p:nvSpPr>
        <p:spPr>
          <a:xfrm>
            <a:off x="4106644" y="3644766"/>
            <a:ext cx="1281001" cy="1271393"/>
          </a:xfrm>
          <a:custGeom>
            <a:avLst/>
            <a:gdLst/>
            <a:ahLst/>
            <a:cxnLst/>
            <a:rect l="l" t="t" r="r" b="b"/>
            <a:pathLst>
              <a:path w="1281001" h="1271393">
                <a:moveTo>
                  <a:pt x="0" y="0"/>
                </a:moveTo>
                <a:lnTo>
                  <a:pt x="1281001" y="0"/>
                </a:lnTo>
                <a:lnTo>
                  <a:pt x="1281001" y="1271394"/>
                </a:lnTo>
                <a:lnTo>
                  <a:pt x="0" y="12713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08197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9" y="0"/>
                </a:lnTo>
                <a:lnTo>
                  <a:pt x="4431829" y="9608301"/>
                </a:lnTo>
                <a:lnTo>
                  <a:pt x="0" y="9608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12813102" y="323774"/>
            <a:ext cx="4446198" cy="9639453"/>
          </a:xfrm>
          <a:custGeom>
            <a:avLst/>
            <a:gdLst/>
            <a:ahLst/>
            <a:cxnLst/>
            <a:rect l="l" t="t" r="r" b="b"/>
            <a:pathLst>
              <a:path w="4446198" h="9639453">
                <a:moveTo>
                  <a:pt x="0" y="0"/>
                </a:moveTo>
                <a:lnTo>
                  <a:pt x="4446198" y="0"/>
                </a:lnTo>
                <a:lnTo>
                  <a:pt x="4446198" y="9639452"/>
                </a:lnTo>
                <a:lnTo>
                  <a:pt x="0" y="9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4" name="Freeform 4"/>
          <p:cNvSpPr/>
          <p:nvPr/>
        </p:nvSpPr>
        <p:spPr>
          <a:xfrm>
            <a:off x="6928086" y="339350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8" y="0"/>
                </a:lnTo>
                <a:lnTo>
                  <a:pt x="4431828" y="9608300"/>
                </a:lnTo>
                <a:lnTo>
                  <a:pt x="0" y="960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08197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9" y="0"/>
                </a:lnTo>
                <a:lnTo>
                  <a:pt x="4431829" y="9608301"/>
                </a:lnTo>
                <a:lnTo>
                  <a:pt x="0" y="9608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12813102" y="323774"/>
            <a:ext cx="4446198" cy="9639453"/>
          </a:xfrm>
          <a:custGeom>
            <a:avLst/>
            <a:gdLst/>
            <a:ahLst/>
            <a:cxnLst/>
            <a:rect l="l" t="t" r="r" b="b"/>
            <a:pathLst>
              <a:path w="4446198" h="9639453">
                <a:moveTo>
                  <a:pt x="0" y="0"/>
                </a:moveTo>
                <a:lnTo>
                  <a:pt x="4446198" y="0"/>
                </a:lnTo>
                <a:lnTo>
                  <a:pt x="4446198" y="9639452"/>
                </a:lnTo>
                <a:lnTo>
                  <a:pt x="0" y="9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4" name="Freeform 4"/>
          <p:cNvSpPr/>
          <p:nvPr/>
        </p:nvSpPr>
        <p:spPr>
          <a:xfrm>
            <a:off x="6928086" y="339350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8" y="0"/>
                </a:lnTo>
                <a:lnTo>
                  <a:pt x="4431828" y="9608300"/>
                </a:lnTo>
                <a:lnTo>
                  <a:pt x="0" y="960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5" name="Freeform 5"/>
          <p:cNvSpPr/>
          <p:nvPr/>
        </p:nvSpPr>
        <p:spPr>
          <a:xfrm>
            <a:off x="1028700" y="308197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9" y="0"/>
                </a:lnTo>
                <a:lnTo>
                  <a:pt x="4431829" y="9608301"/>
                </a:lnTo>
                <a:lnTo>
                  <a:pt x="0" y="9608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6" name="Freeform 6"/>
          <p:cNvSpPr/>
          <p:nvPr/>
        </p:nvSpPr>
        <p:spPr>
          <a:xfrm>
            <a:off x="12805918" y="308197"/>
            <a:ext cx="4453382" cy="9655029"/>
          </a:xfrm>
          <a:custGeom>
            <a:avLst/>
            <a:gdLst/>
            <a:ahLst/>
            <a:cxnLst/>
            <a:rect l="l" t="t" r="r" b="b"/>
            <a:pathLst>
              <a:path w="4453382" h="9655029">
                <a:moveTo>
                  <a:pt x="0" y="0"/>
                </a:moveTo>
                <a:lnTo>
                  <a:pt x="4453382" y="0"/>
                </a:lnTo>
                <a:lnTo>
                  <a:pt x="4453382" y="9655029"/>
                </a:lnTo>
                <a:lnTo>
                  <a:pt x="0" y="9655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7" name="Freeform 7"/>
          <p:cNvSpPr/>
          <p:nvPr/>
        </p:nvSpPr>
        <p:spPr>
          <a:xfrm>
            <a:off x="6913717" y="354926"/>
            <a:ext cx="4446198" cy="9639453"/>
          </a:xfrm>
          <a:custGeom>
            <a:avLst/>
            <a:gdLst/>
            <a:ahLst/>
            <a:cxnLst/>
            <a:rect l="l" t="t" r="r" b="b"/>
            <a:pathLst>
              <a:path w="4446198" h="9639453">
                <a:moveTo>
                  <a:pt x="0" y="0"/>
                </a:moveTo>
                <a:lnTo>
                  <a:pt x="4446197" y="0"/>
                </a:lnTo>
                <a:lnTo>
                  <a:pt x="4446197" y="9639453"/>
                </a:lnTo>
                <a:lnTo>
                  <a:pt x="0" y="96394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08197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9" y="0"/>
                </a:lnTo>
                <a:lnTo>
                  <a:pt x="4431829" y="9608301"/>
                </a:lnTo>
                <a:lnTo>
                  <a:pt x="0" y="9608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12813102" y="323774"/>
            <a:ext cx="4446198" cy="9639453"/>
          </a:xfrm>
          <a:custGeom>
            <a:avLst/>
            <a:gdLst/>
            <a:ahLst/>
            <a:cxnLst/>
            <a:rect l="l" t="t" r="r" b="b"/>
            <a:pathLst>
              <a:path w="4446198" h="9639453">
                <a:moveTo>
                  <a:pt x="0" y="0"/>
                </a:moveTo>
                <a:lnTo>
                  <a:pt x="4446198" y="0"/>
                </a:lnTo>
                <a:lnTo>
                  <a:pt x="4446198" y="9639452"/>
                </a:lnTo>
                <a:lnTo>
                  <a:pt x="0" y="9639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4" name="Freeform 4"/>
          <p:cNvSpPr/>
          <p:nvPr/>
        </p:nvSpPr>
        <p:spPr>
          <a:xfrm>
            <a:off x="6928086" y="339350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8" y="0"/>
                </a:lnTo>
                <a:lnTo>
                  <a:pt x="4431828" y="9608300"/>
                </a:lnTo>
                <a:lnTo>
                  <a:pt x="0" y="960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5" name="Freeform 5"/>
          <p:cNvSpPr/>
          <p:nvPr/>
        </p:nvSpPr>
        <p:spPr>
          <a:xfrm>
            <a:off x="1028700" y="308197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9" y="0"/>
                </a:lnTo>
                <a:lnTo>
                  <a:pt x="4431829" y="9608301"/>
                </a:lnTo>
                <a:lnTo>
                  <a:pt x="0" y="9608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6" name="Freeform 6"/>
          <p:cNvSpPr/>
          <p:nvPr/>
        </p:nvSpPr>
        <p:spPr>
          <a:xfrm>
            <a:off x="12805918" y="308197"/>
            <a:ext cx="4453382" cy="9655029"/>
          </a:xfrm>
          <a:custGeom>
            <a:avLst/>
            <a:gdLst/>
            <a:ahLst/>
            <a:cxnLst/>
            <a:rect l="l" t="t" r="r" b="b"/>
            <a:pathLst>
              <a:path w="4453382" h="9655029">
                <a:moveTo>
                  <a:pt x="0" y="0"/>
                </a:moveTo>
                <a:lnTo>
                  <a:pt x="4453382" y="0"/>
                </a:lnTo>
                <a:lnTo>
                  <a:pt x="4453382" y="9655029"/>
                </a:lnTo>
                <a:lnTo>
                  <a:pt x="0" y="9655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7" name="Freeform 7"/>
          <p:cNvSpPr/>
          <p:nvPr/>
        </p:nvSpPr>
        <p:spPr>
          <a:xfrm>
            <a:off x="6913717" y="354926"/>
            <a:ext cx="4446198" cy="9639453"/>
          </a:xfrm>
          <a:custGeom>
            <a:avLst/>
            <a:gdLst/>
            <a:ahLst/>
            <a:cxnLst/>
            <a:rect l="l" t="t" r="r" b="b"/>
            <a:pathLst>
              <a:path w="4446198" h="9639453">
                <a:moveTo>
                  <a:pt x="0" y="0"/>
                </a:moveTo>
                <a:lnTo>
                  <a:pt x="4446197" y="0"/>
                </a:lnTo>
                <a:lnTo>
                  <a:pt x="4446197" y="9639453"/>
                </a:lnTo>
                <a:lnTo>
                  <a:pt x="0" y="96394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Freeform 8"/>
          <p:cNvSpPr/>
          <p:nvPr/>
        </p:nvSpPr>
        <p:spPr>
          <a:xfrm>
            <a:off x="6935270" y="323774"/>
            <a:ext cx="4460567" cy="9670605"/>
          </a:xfrm>
          <a:custGeom>
            <a:avLst/>
            <a:gdLst/>
            <a:ahLst/>
            <a:cxnLst/>
            <a:rect l="l" t="t" r="r" b="b"/>
            <a:pathLst>
              <a:path w="4460567" h="9670605">
                <a:moveTo>
                  <a:pt x="0" y="0"/>
                </a:moveTo>
                <a:lnTo>
                  <a:pt x="4460567" y="0"/>
                </a:lnTo>
                <a:lnTo>
                  <a:pt x="4460567" y="9670605"/>
                </a:lnTo>
                <a:lnTo>
                  <a:pt x="0" y="96706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Freeform 9"/>
          <p:cNvSpPr/>
          <p:nvPr/>
        </p:nvSpPr>
        <p:spPr>
          <a:xfrm>
            <a:off x="1050635" y="284833"/>
            <a:ext cx="4453382" cy="9655029"/>
          </a:xfrm>
          <a:custGeom>
            <a:avLst/>
            <a:gdLst/>
            <a:ahLst/>
            <a:cxnLst/>
            <a:rect l="l" t="t" r="r" b="b"/>
            <a:pathLst>
              <a:path w="4453382" h="9655029">
                <a:moveTo>
                  <a:pt x="0" y="0"/>
                </a:moveTo>
                <a:lnTo>
                  <a:pt x="4453382" y="0"/>
                </a:lnTo>
                <a:lnTo>
                  <a:pt x="4453382" y="9655029"/>
                </a:lnTo>
                <a:lnTo>
                  <a:pt x="0" y="96550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Freeform 10"/>
          <p:cNvSpPr/>
          <p:nvPr/>
        </p:nvSpPr>
        <p:spPr>
          <a:xfrm>
            <a:off x="12805537" y="291795"/>
            <a:ext cx="4453763" cy="9655856"/>
          </a:xfrm>
          <a:custGeom>
            <a:avLst/>
            <a:gdLst/>
            <a:ahLst/>
            <a:cxnLst/>
            <a:rect l="l" t="t" r="r" b="b"/>
            <a:pathLst>
              <a:path w="4453763" h="9655856">
                <a:moveTo>
                  <a:pt x="0" y="0"/>
                </a:moveTo>
                <a:lnTo>
                  <a:pt x="4453763" y="0"/>
                </a:lnTo>
                <a:lnTo>
                  <a:pt x="4453763" y="9655855"/>
                </a:lnTo>
                <a:lnTo>
                  <a:pt x="0" y="9655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28086" y="339350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8" y="0"/>
                </a:lnTo>
                <a:lnTo>
                  <a:pt x="4431828" y="9608300"/>
                </a:lnTo>
                <a:lnTo>
                  <a:pt x="0" y="960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6913717" y="348875"/>
            <a:ext cx="4431829" cy="9608301"/>
          </a:xfrm>
          <a:custGeom>
            <a:avLst/>
            <a:gdLst/>
            <a:ahLst/>
            <a:cxnLst/>
            <a:rect l="l" t="t" r="r" b="b"/>
            <a:pathLst>
              <a:path w="4431829" h="9608301">
                <a:moveTo>
                  <a:pt x="0" y="0"/>
                </a:moveTo>
                <a:lnTo>
                  <a:pt x="4431828" y="0"/>
                </a:lnTo>
                <a:lnTo>
                  <a:pt x="4431828" y="9608300"/>
                </a:lnTo>
                <a:lnTo>
                  <a:pt x="0" y="960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4" name="Freeform 4"/>
          <p:cNvSpPr/>
          <p:nvPr/>
        </p:nvSpPr>
        <p:spPr>
          <a:xfrm>
            <a:off x="11642345" y="3263712"/>
            <a:ext cx="6645655" cy="3738181"/>
          </a:xfrm>
          <a:custGeom>
            <a:avLst/>
            <a:gdLst/>
            <a:ahLst/>
            <a:cxnLst/>
            <a:rect l="l" t="t" r="r" b="b"/>
            <a:pathLst>
              <a:path w="6645655" h="3738181">
                <a:moveTo>
                  <a:pt x="0" y="0"/>
                </a:moveTo>
                <a:lnTo>
                  <a:pt x="6645655" y="0"/>
                </a:lnTo>
                <a:lnTo>
                  <a:pt x="6645655" y="3738181"/>
                </a:lnTo>
                <a:lnTo>
                  <a:pt x="0" y="3738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5" name="TextBox 5"/>
          <p:cNvSpPr txBox="1"/>
          <p:nvPr/>
        </p:nvSpPr>
        <p:spPr>
          <a:xfrm>
            <a:off x="0" y="4142293"/>
            <a:ext cx="6932234" cy="550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sz="4689" b="1" spc="-304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PLAYERS BECOME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5285188"/>
            <a:ext cx="6932234" cy="1440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9"/>
              </a:lnSpc>
            </a:pPr>
            <a:r>
              <a:rPr lang="en-US" sz="12387" b="1" spc="-80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YOURS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5448" y="2309575"/>
            <a:ext cx="2841082" cy="284398"/>
          </a:xfrm>
          <a:custGeom>
            <a:avLst/>
            <a:gdLst/>
            <a:ahLst/>
            <a:cxnLst/>
            <a:rect l="l" t="t" r="r" b="b"/>
            <a:pathLst>
              <a:path w="2841082" h="284398">
                <a:moveTo>
                  <a:pt x="0" y="0"/>
                </a:moveTo>
                <a:lnTo>
                  <a:pt x="2841082" y="0"/>
                </a:lnTo>
                <a:lnTo>
                  <a:pt x="2841082" y="284398"/>
                </a:lnTo>
                <a:lnTo>
                  <a:pt x="0" y="284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1084087" y="650098"/>
            <a:ext cx="16119827" cy="8986803"/>
          </a:xfrm>
          <a:custGeom>
            <a:avLst/>
            <a:gdLst/>
            <a:ahLst/>
            <a:cxnLst/>
            <a:rect l="l" t="t" r="r" b="b"/>
            <a:pathLst>
              <a:path w="16119827" h="8986803">
                <a:moveTo>
                  <a:pt x="0" y="0"/>
                </a:moveTo>
                <a:lnTo>
                  <a:pt x="16119826" y="0"/>
                </a:lnTo>
                <a:lnTo>
                  <a:pt x="16119826" y="8986804"/>
                </a:lnTo>
                <a:lnTo>
                  <a:pt x="0" y="8986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1084087" y="666750"/>
            <a:ext cx="4953000" cy="2095500"/>
            <a:chOff x="0" y="0"/>
            <a:chExt cx="6604000" cy="279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0" cy="2794000"/>
            </a:xfrm>
            <a:custGeom>
              <a:avLst/>
              <a:gdLst/>
              <a:ahLst/>
              <a:cxnLst/>
              <a:rect l="l" t="t" r="r" b="b"/>
              <a:pathLst>
                <a:path w="6604000" h="2794000">
                  <a:moveTo>
                    <a:pt x="279400" y="0"/>
                  </a:moveTo>
                  <a:lnTo>
                    <a:pt x="6324600" y="0"/>
                  </a:lnTo>
                  <a:cubicBezTo>
                    <a:pt x="6478908" y="0"/>
                    <a:pt x="6604000" y="125092"/>
                    <a:pt x="6604000" y="279400"/>
                  </a:cubicBezTo>
                  <a:lnTo>
                    <a:pt x="6604000" y="2514600"/>
                  </a:lnTo>
                  <a:cubicBezTo>
                    <a:pt x="6604000" y="2668908"/>
                    <a:pt x="6478908" y="2794000"/>
                    <a:pt x="6324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000000">
                <a:alpha val="54902"/>
              </a:srgbClr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30853" y="1097582"/>
            <a:ext cx="5527147" cy="1572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60"/>
              </a:lnSpc>
            </a:pPr>
            <a:r>
              <a:rPr lang="en-US" sz="8000" b="1" spc="-52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FINAL CONCEPT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50000">
              <a:srgbClr val="E52B2B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5448" y="2309575"/>
            <a:ext cx="2841082" cy="284398"/>
          </a:xfrm>
          <a:custGeom>
            <a:avLst/>
            <a:gdLst/>
            <a:ahLst/>
            <a:cxnLst/>
            <a:rect l="l" t="t" r="r" b="b"/>
            <a:pathLst>
              <a:path w="2841082" h="284398">
                <a:moveTo>
                  <a:pt x="0" y="0"/>
                </a:moveTo>
                <a:lnTo>
                  <a:pt x="2841082" y="0"/>
                </a:lnTo>
                <a:lnTo>
                  <a:pt x="2841082" y="284398"/>
                </a:lnTo>
                <a:lnTo>
                  <a:pt x="0" y="284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1084087" y="650098"/>
            <a:ext cx="16119827" cy="8986803"/>
          </a:xfrm>
          <a:custGeom>
            <a:avLst/>
            <a:gdLst/>
            <a:ahLst/>
            <a:cxnLst/>
            <a:rect l="l" t="t" r="r" b="b"/>
            <a:pathLst>
              <a:path w="16119827" h="8986803">
                <a:moveTo>
                  <a:pt x="0" y="0"/>
                </a:moveTo>
                <a:lnTo>
                  <a:pt x="16119826" y="0"/>
                </a:lnTo>
                <a:lnTo>
                  <a:pt x="16119826" y="8986804"/>
                </a:lnTo>
                <a:lnTo>
                  <a:pt x="0" y="8986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1084087" y="666750"/>
            <a:ext cx="4953000" cy="2095500"/>
            <a:chOff x="0" y="0"/>
            <a:chExt cx="6604000" cy="279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0" cy="2794000"/>
            </a:xfrm>
            <a:custGeom>
              <a:avLst/>
              <a:gdLst/>
              <a:ahLst/>
              <a:cxnLst/>
              <a:rect l="l" t="t" r="r" b="b"/>
              <a:pathLst>
                <a:path w="6604000" h="2794000">
                  <a:moveTo>
                    <a:pt x="279400" y="0"/>
                  </a:moveTo>
                  <a:lnTo>
                    <a:pt x="6324600" y="0"/>
                  </a:lnTo>
                  <a:cubicBezTo>
                    <a:pt x="6478908" y="0"/>
                    <a:pt x="6604000" y="125092"/>
                    <a:pt x="6604000" y="279400"/>
                  </a:cubicBezTo>
                  <a:lnTo>
                    <a:pt x="6604000" y="2514600"/>
                  </a:lnTo>
                  <a:cubicBezTo>
                    <a:pt x="6604000" y="2668908"/>
                    <a:pt x="6478908" y="2794000"/>
                    <a:pt x="6324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000000">
                <a:alpha val="54902"/>
              </a:srgbClr>
            </a:solidFill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6" name="Freeform 6"/>
          <p:cNvSpPr/>
          <p:nvPr/>
        </p:nvSpPr>
        <p:spPr>
          <a:xfrm>
            <a:off x="6813779" y="4417259"/>
            <a:ext cx="5092282" cy="5092282"/>
          </a:xfrm>
          <a:custGeom>
            <a:avLst/>
            <a:gdLst/>
            <a:ahLst/>
            <a:cxnLst/>
            <a:rect l="l" t="t" r="r" b="b"/>
            <a:pathLst>
              <a:path w="5092282" h="5092282">
                <a:moveTo>
                  <a:pt x="0" y="0"/>
                </a:moveTo>
                <a:lnTo>
                  <a:pt x="5092282" y="0"/>
                </a:lnTo>
                <a:lnTo>
                  <a:pt x="5092282" y="5092282"/>
                </a:lnTo>
                <a:lnTo>
                  <a:pt x="0" y="5092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7" name="Freeform 7"/>
          <p:cNvSpPr/>
          <p:nvPr/>
        </p:nvSpPr>
        <p:spPr>
          <a:xfrm>
            <a:off x="8406191" y="5866045"/>
            <a:ext cx="1475617" cy="1475617"/>
          </a:xfrm>
          <a:custGeom>
            <a:avLst/>
            <a:gdLst/>
            <a:ahLst/>
            <a:cxnLst/>
            <a:rect l="l" t="t" r="r" b="b"/>
            <a:pathLst>
              <a:path w="1475617" h="1475617">
                <a:moveTo>
                  <a:pt x="0" y="0"/>
                </a:moveTo>
                <a:lnTo>
                  <a:pt x="1475618" y="0"/>
                </a:lnTo>
                <a:lnTo>
                  <a:pt x="1475618" y="1475617"/>
                </a:lnTo>
                <a:lnTo>
                  <a:pt x="0" y="1475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Freeform 8"/>
          <p:cNvSpPr/>
          <p:nvPr/>
        </p:nvSpPr>
        <p:spPr>
          <a:xfrm>
            <a:off x="15392577" y="650098"/>
            <a:ext cx="1811336" cy="1801676"/>
          </a:xfrm>
          <a:custGeom>
            <a:avLst/>
            <a:gdLst/>
            <a:ahLst/>
            <a:cxnLst/>
            <a:rect l="l" t="t" r="r" b="b"/>
            <a:pathLst>
              <a:path w="1811336" h="1801676">
                <a:moveTo>
                  <a:pt x="0" y="0"/>
                </a:moveTo>
                <a:lnTo>
                  <a:pt x="1811336" y="0"/>
                </a:lnTo>
                <a:lnTo>
                  <a:pt x="1811336" y="1801676"/>
                </a:lnTo>
                <a:lnTo>
                  <a:pt x="0" y="18016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extBox 9"/>
          <p:cNvSpPr txBox="1"/>
          <p:nvPr/>
        </p:nvSpPr>
        <p:spPr>
          <a:xfrm>
            <a:off x="1330853" y="1097582"/>
            <a:ext cx="5222347" cy="1572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60"/>
              </a:lnSpc>
            </a:pPr>
            <a:r>
              <a:rPr lang="en-US" sz="8000" b="1" spc="-52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FINAL CONCEPT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18160" y="845633"/>
            <a:ext cx="3657600" cy="366134"/>
          </a:xfrm>
          <a:custGeom>
            <a:avLst/>
            <a:gdLst/>
            <a:ahLst/>
            <a:cxnLst/>
            <a:rect l="l" t="t" r="r" b="b"/>
            <a:pathLst>
              <a:path w="3657600" h="366134">
                <a:moveTo>
                  <a:pt x="0" y="0"/>
                </a:moveTo>
                <a:lnTo>
                  <a:pt x="3657600" y="0"/>
                </a:lnTo>
                <a:lnTo>
                  <a:pt x="3657600" y="366134"/>
                </a:lnTo>
                <a:lnTo>
                  <a:pt x="0" y="366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1028700" y="9144461"/>
            <a:ext cx="3657600" cy="366134"/>
          </a:xfrm>
          <a:custGeom>
            <a:avLst/>
            <a:gdLst/>
            <a:ahLst/>
            <a:cxnLst/>
            <a:rect l="l" t="t" r="r" b="b"/>
            <a:pathLst>
              <a:path w="3657600" h="366134">
                <a:moveTo>
                  <a:pt x="0" y="0"/>
                </a:moveTo>
                <a:lnTo>
                  <a:pt x="3657600" y="0"/>
                </a:lnTo>
                <a:lnTo>
                  <a:pt x="3657600" y="366133"/>
                </a:lnTo>
                <a:lnTo>
                  <a:pt x="0" y="366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4" name="Freeform 4"/>
          <p:cNvSpPr/>
          <p:nvPr/>
        </p:nvSpPr>
        <p:spPr>
          <a:xfrm>
            <a:off x="1666327" y="1801380"/>
            <a:ext cx="1561060" cy="1561060"/>
          </a:xfrm>
          <a:custGeom>
            <a:avLst/>
            <a:gdLst/>
            <a:ahLst/>
            <a:cxnLst/>
            <a:rect l="l" t="t" r="r" b="b"/>
            <a:pathLst>
              <a:path w="1561060" h="1561060">
                <a:moveTo>
                  <a:pt x="0" y="0"/>
                </a:moveTo>
                <a:lnTo>
                  <a:pt x="1561060" y="0"/>
                </a:lnTo>
                <a:lnTo>
                  <a:pt x="1561060" y="1561060"/>
                </a:lnTo>
                <a:lnTo>
                  <a:pt x="0" y="1561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5" name="Freeform 5"/>
          <p:cNvSpPr/>
          <p:nvPr/>
        </p:nvSpPr>
        <p:spPr>
          <a:xfrm>
            <a:off x="9427640" y="3362440"/>
            <a:ext cx="8348120" cy="5895860"/>
          </a:xfrm>
          <a:custGeom>
            <a:avLst/>
            <a:gdLst/>
            <a:ahLst/>
            <a:cxnLst/>
            <a:rect l="l" t="t" r="r" b="b"/>
            <a:pathLst>
              <a:path w="8348120" h="5895860">
                <a:moveTo>
                  <a:pt x="0" y="0"/>
                </a:moveTo>
                <a:lnTo>
                  <a:pt x="8348120" y="0"/>
                </a:lnTo>
                <a:lnTo>
                  <a:pt x="8348120" y="5895860"/>
                </a:lnTo>
                <a:lnTo>
                  <a:pt x="0" y="5895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6" name="TextBox 6"/>
          <p:cNvSpPr txBox="1"/>
          <p:nvPr/>
        </p:nvSpPr>
        <p:spPr>
          <a:xfrm>
            <a:off x="3320840" y="1921283"/>
            <a:ext cx="8115300" cy="1659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0"/>
              </a:lnSpc>
            </a:pPr>
            <a:r>
              <a:rPr lang="en-US" sz="8000" b="1" spc="-5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AWS DEPLOYMENT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216226"/>
            <a:ext cx="8115300" cy="456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Fully serverless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on AWS, built around independent microservices: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Lambda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- 6+ functions, each scoped to a single microservice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Cognito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- user authentication &amp; authorization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S3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- one bucket for storage and one for the frontend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DynamoDB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- on-demand capacity for seamless scaling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CloudFront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- CDN for low-latency global content delivery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API Gateway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- REST APIs for standard request/response + WebSocket API for real-time communication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EventBridge 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- event-driven service communication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SQS FIFO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- guaranteed ordered, exactly-once message delivery between services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Bedrock </a:t>
            </a:r>
            <a:r>
              <a:rPr lang="en-US" sz="21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- real-time AI commentary &amp; quiz generation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630755"/>
            <a:ext cx="8013383" cy="57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entire solution is AWS native: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18951" y="9172575"/>
            <a:ext cx="1365498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4-3-2-1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31919">
                <a:alpha val="100000"/>
              </a:srgbClr>
            </a:gs>
            <a:gs pos="100000">
              <a:srgbClr val="E52B2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10980" y="4275216"/>
            <a:ext cx="12462420" cy="1858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821"/>
              </a:lnSpc>
            </a:pPr>
            <a:r>
              <a:rPr lang="en-US" sz="15705" b="1" u="none" strike="noStrike" spc="-102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</Words>
  <Application>Microsoft Macintosh PowerPoint</Application>
  <PresentationFormat>Custom</PresentationFormat>
  <Paragraphs>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JetBrains Mono Bold</vt:lpstr>
      <vt:lpstr>Calibri</vt:lpstr>
      <vt:lpstr>Telegraf Bold</vt:lpstr>
      <vt:lpstr>Telegraf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Deployment</dc:title>
  <cp:lastModifiedBy>ROBERT BÉRES</cp:lastModifiedBy>
  <cp:revision>2</cp:revision>
  <dcterms:created xsi:type="dcterms:W3CDTF">2006-08-16T00:00:00Z</dcterms:created>
  <dcterms:modified xsi:type="dcterms:W3CDTF">2026-06-12T10:31:16Z</dcterms:modified>
  <dc:identifier>DAHL9x7jaf4</dc:identifier>
</cp:coreProperties>
</file>